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6AFF"/>
                </a:solidFill>
                <a:latin typeface="Calibri"/>
              </a:defRPr>
            </a:pPr>
            <a:r>
              <a:t>QUARTER 3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Making Teams Work</a:t>
            </a:r>
            <a:br/>
            <a:r>
              <a:t>Faster &amp; Smarter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7589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C0"/>
                </a:solidFill>
                <a:latin typeface="Calibri"/>
              </a:defRPr>
            </a:pPr>
            <a:r>
              <a:t>Delivered two automation projects that help development teams</a:t>
            </a:r>
            <a:br/>
            <a:r>
              <a:t>save time, reduce repeated work, and solve problems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0233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07090"/>
                </a:solidFill>
                <a:latin typeface="Calibri"/>
              </a:defRPr>
            </a:pPr>
            <a:r>
              <a:t>Manprit Singh Panesar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754880"/>
            <a:ext cx="1920240" cy="128016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8920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7C6A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440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90"/>
                </a:solidFill>
                <a:latin typeface="Calibri"/>
              </a:defRPr>
            </a:pPr>
            <a:r>
              <a:t>Projects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754880"/>
            <a:ext cx="1920240" cy="128016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8920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7C6AFF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440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90"/>
                </a:solidFill>
                <a:latin typeface="Calibri"/>
              </a:defRPr>
            </a:pPr>
            <a:r>
              <a:t>Teams Benefited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754880"/>
            <a:ext cx="1920240" cy="128016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89204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7C6A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440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07090"/>
                </a:solidFill>
                <a:latin typeface="Calibri"/>
              </a:defRPr>
            </a:pPr>
            <a:r>
              <a:t>Time Saved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6AFF"/>
                </a:solidFill>
                <a:latin typeface="Calibri"/>
              </a:defRPr>
            </a:pPr>
            <a:r>
              <a:t>📋  QUARTER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 Delivered This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Two projects focused on making teams more productive — by removing repetitive work and making information easier to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5394960" cy="3200400"/>
          </a:xfrm>
          <a:prstGeom prst="roundRect">
            <a:avLst>
              <a:gd name="adj" fmla="val 3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1: Standardized Build Process for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Created a one-click setup system so any React project team can start working with the same quality process — instead of each team creating their own from scratch.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94960" cy="3200400"/>
          </a:xfrm>
          <a:prstGeom prst="roundRect">
            <a:avLst>
              <a:gd name="adj" fmla="val 3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2: AI-Powered Problem Solver (Jenkins MCP)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Connected our build system (Jenkins) with AI so anyone in the team — developers, QA, or managers — can simply ask "What went wrong?" and get instant answers in plain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7C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React UnifiedCI — Standardized Build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Making sure all React project teams follow the same quality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Every Team Was Doing It Differently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03520" cy="4114800"/>
          </a:xfrm>
          <a:prstGeom prst="roundRect">
            <a:avLst>
              <a:gd name="adj" fmla="val 3000"/>
            </a:avLst>
          </a:prstGeom>
          <a:solidFill>
            <a:srgbClr val="401A28"/>
          </a:solidFill>
          <a:ln w="127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9D"/>
                </a:solidFill>
                <a:latin typeface="Calibri"/>
              </a:defRPr>
            </a:pPr>
            <a:r>
              <a:t>❌ 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📄  Every team created their own process from scratch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🔧  Different approaches led to different quality levels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🐛  A fix in one project didn't help other projects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⚠️  Some teams skipped important quality checks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⏱️  Setting up a new project took days of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576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07090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3000"/>
            </a:avLst>
          </a:prstGeom>
          <a:solidFill>
            <a:srgbClr val="143A30"/>
          </a:solidFill>
          <a:ln w="12700">
            <a:solidFill>
              <a:srgbClr val="3ED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EDDC6"/>
                </a:solidFill>
                <a:latin typeface="Calibri"/>
              </a:defRPr>
            </a:pPr>
            <a:r>
              <a:t>✅  After My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📦  One ready-made system shared by all teams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🎯  Every project follows the same quality standard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Fix once — it helps every project automatically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Quality checks happen automatically, nothing skipped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🚀  New project setup now takes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6AFF"/>
                </a:solidFill>
                <a:latin typeface="Calibri"/>
              </a:defRPr>
            </a:pPr>
            <a:r>
              <a:t>⚙️  REACT UNIFIEDCI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Simple, Automatic, No Extra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Teams just connect their project — the system handles everything else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Developer Saves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Code is 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774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01168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Quality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346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Checks for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774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01168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Build &amp;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346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Runs all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774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01168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346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Pass/fail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3774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201168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10312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Team Notified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8346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Email &amp; Slack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3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Faster Setup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420624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3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297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754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Quality Automated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420624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3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297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754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System for 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20624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3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2976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754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Manual Work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4068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2148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08076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One Shared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446520"/>
            <a:ext cx="2331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All React teams use the same process now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544068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5623560"/>
            <a:ext cx="2148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608076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 Quality 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6446520"/>
            <a:ext cx="2331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Errors caught early, nothing missed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544068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5623560"/>
            <a:ext cx="2148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08076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Automatic 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6446520"/>
            <a:ext cx="2331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Tests run on their own with reports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5400" y="5440680"/>
            <a:ext cx="2606040" cy="118872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5623560"/>
            <a:ext cx="2148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608076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Instant Notifications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6446520"/>
            <a:ext cx="2331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Teams know the status right 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3ED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Jenkins MCP — AI-Powered Problem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Making it easy for anyone to understand and fix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Finding &amp; Fixing Problems Was Painful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Hours Wasted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0C0"/>
                </a:solidFill>
                <a:latin typeface="Calibri"/>
              </a:defRPr>
            </a:pPr>
            <a:r>
              <a:t>When something went wrong, someone had to manually go through thousands of lines of data to find what happened. This took hours every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10312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🧑‍💼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889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Only Experts Could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2004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0C0"/>
                </a:solidFill>
                <a:latin typeface="Calibri"/>
              </a:defRPr>
            </a:pPr>
            <a:r>
              <a:t>Only a few experienced people could understand the error details. Everyone else had to wait — creating bottlenecks.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210312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8" y="22860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7889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Everyone Depended on One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8" y="320040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0C0"/>
                </a:solidFill>
                <a:latin typeface="Calibri"/>
              </a:defRPr>
            </a:pPr>
            <a:r>
              <a:t>QA, managers, and other teams always had to ask the same team for updates — they couldn't check on their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EDDC6"/>
                </a:solidFill>
                <a:latin typeface="Calibri"/>
              </a:defRPr>
            </a:pPr>
            <a:r>
              <a:t>💡  JENKINS MCP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Just Ask — AI Does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Now anyone can ask a question in plain English and get an instant answer. No expertise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3200400"/>
          </a:xfrm>
          <a:prstGeom prst="roundRect">
            <a:avLst>
              <a:gd name="adj" fmla="val 3000"/>
            </a:avLst>
          </a:prstGeom>
          <a:solidFill>
            <a:srgbClr val="401A28"/>
          </a:solidFill>
          <a:ln w="127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6B9D"/>
                </a:solidFill>
                <a:latin typeface="Calibri"/>
              </a:defRPr>
            </a:pPr>
            <a:r>
              <a:t>❌  The Old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🖥️  Log into the system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🔎  Navigate to the right project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📜  Open the error details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👀  Read through everything manually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🤔  Guess what went wrong &amp; try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200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07090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3200400"/>
          </a:xfrm>
          <a:prstGeom prst="roundRect">
            <a:avLst>
              <a:gd name="adj" fmla="val 3000"/>
            </a:avLst>
          </a:prstGeom>
          <a:solidFill>
            <a:srgbClr val="143A30"/>
          </a:solidFill>
          <a:ln w="12700">
            <a:solidFill>
              <a:srgbClr val="3ED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EDDC6"/>
                </a:solidFill>
                <a:latin typeface="Calibri"/>
              </a:defRPr>
            </a:pPr>
            <a:r>
              <a:t>✅  The AI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💬  Just ask: "What went wrong?"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⚡  AI pulls up the relevant information instantly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🧠  AI identifies the root cause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🔧  AI suggests the exact solution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You approve — problem fixed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Helpful for Everyone — Not Just Experts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3474720" cy="10058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👨‍💻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Developers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7665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"Why did my project fail?"</a:t>
            </a:r>
            <a:br/>
            <a:r>
              <a:t>→ Instant answer + 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5760720"/>
            <a:ext cx="3474720" cy="10058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59436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6400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QA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67665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"Show all failures from today"</a:t>
            </a:r>
            <a:br/>
            <a:r>
              <a:t>→ Full summary in seconds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8" y="5760720"/>
            <a:ext cx="3474720" cy="10058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8" y="59436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6400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Managers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67665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"Is this ready for release?"</a:t>
            </a:r>
            <a:br/>
            <a:r>
              <a:t>→ AI checks &amp; gives clear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EDDC6"/>
                </a:solidFill>
                <a:latin typeface="Calibri"/>
              </a:defRPr>
            </a:pPr>
            <a:r>
              <a:t>⚙️  JENKINS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 — From Question to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Anyone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Plain English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Understands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651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Figures out what you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Gets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651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Pulls relevant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945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7999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9202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19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Finds 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19" y="2651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Identifies what went wrong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19456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6A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82880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9202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331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Gives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51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07090"/>
                </a:solidFill>
                <a:latin typeface="Calibri"/>
              </a:defRPr>
            </a:pPr>
            <a:r>
              <a:t>Ready-to-apply 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Real-World Examples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11064240" cy="777240"/>
          </a:xfrm>
          <a:prstGeom prst="roundRect">
            <a:avLst>
              <a:gd name="adj" fmla="val 2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DDC6"/>
                </a:solidFill>
                <a:latin typeface="Calibri"/>
              </a:defRPr>
            </a:pPr>
            <a:r>
              <a:t>Developer asks: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891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B74D"/>
                </a:solidFill>
                <a:latin typeface="Calibri"/>
              </a:defRPr>
            </a:pPr>
            <a:r>
              <a:t>"My build failed for the React app — what happened?"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187952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B0C0"/>
                </a:solidFill>
                <a:latin typeface="Calibri"/>
              </a:defRPr>
            </a:pPr>
            <a:r>
              <a:t>AI: "The test in LoginComponent.test.js failed because the expected text 'Welcome' was not found. Suggested fix: Update the component to render 'Welcome' instead of 'Hello'."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2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DDC6"/>
                </a:solidFill>
                <a:latin typeface="Calibri"/>
              </a:defRPr>
            </a:pPr>
            <a:r>
              <a:t>QA asks: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B74D"/>
                </a:solidFill>
                <a:latin typeface="Calibri"/>
              </a:defRPr>
            </a:pPr>
            <a:r>
              <a:t>"How many builds failed today?"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102352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B0C0"/>
                </a:solidFill>
                <a:latin typeface="Calibri"/>
              </a:defRPr>
            </a:pPr>
            <a:r>
              <a:t>AI: "3 out of 12 builds failed today. Here's a summary of each failure with root causes and suggested fixes."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43600"/>
            <a:ext cx="11064240" cy="777240"/>
          </a:xfrm>
          <a:prstGeom prst="roundRect">
            <a:avLst>
              <a:gd name="adj" fmla="val 2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EDDC6"/>
                </a:solidFill>
                <a:latin typeface="Calibri"/>
              </a:defRPr>
            </a:pPr>
            <a:r>
              <a:t>Manager asks: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17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B74D"/>
                </a:solidFill>
                <a:latin typeface="Calibri"/>
              </a:defRPr>
            </a:pPr>
            <a:r>
              <a:t>"Is the latest release ready to deploy?"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016752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B0C0"/>
                </a:solidFill>
                <a:latin typeface="Calibri"/>
              </a:defRPr>
            </a:pPr>
            <a:r>
              <a:t>AI: "The latest build passed all quality checks and tests. It's ready for deployment. Last successful build: 2 hours ago."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B74D"/>
                </a:solidFill>
                <a:latin typeface="Calibri"/>
              </a:defRPr>
            </a:pPr>
            <a:r>
              <a:t>📊  OVERALL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Quarter 3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Both projects together are saving teams significant time, improving quality, and removing bottlenecks.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2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Less Time</a:t>
            </a:r>
            <a:br/>
            <a:r>
              <a:t>Finding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2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5176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Faster New</a:t>
            </a:r>
            <a:br/>
            <a:r>
              <a:t>Project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2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Consistent</a:t>
            </a:r>
            <a:br/>
            <a:r>
              <a:t>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103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2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65176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DDDEE"/>
                </a:solidFill>
                <a:latin typeface="Calibri"/>
              </a:defRPr>
            </a:pPr>
            <a:r>
              <a:t>Teams</a:t>
            </a:r>
            <a:br/>
            <a:r>
              <a:t>Self-Sufficient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394960" cy="1463040"/>
          </a:xfrm>
          <a:prstGeom prst="roundRect">
            <a:avLst>
              <a:gd name="adj" fmla="val 3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Same High Standard Everywhere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0C0"/>
                </a:solidFill>
                <a:latin typeface="Calibri"/>
              </a:defRPr>
            </a:pPr>
            <a:r>
              <a:t>Every React project now follows the same quality process. No more variations between teams — one improvement benefits everyone.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394960" cy="1463040"/>
          </a:xfrm>
          <a:prstGeom prst="roundRect">
            <a:avLst>
              <a:gd name="adj" fmla="val 3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6576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Teams Work Independently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8912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0C0"/>
                </a:solidFill>
                <a:latin typeface="Calibri"/>
              </a:defRPr>
            </a:pPr>
            <a:r>
              <a:t>With AI assistance, anyone can check project status and understand issues on their own — no waiting, no bottlenecks.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6AFF"/>
                </a:solidFill>
                <a:latin typeface="Calibri"/>
              </a:defRPr>
            </a:pPr>
            <a:r>
              <a:t>📚 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 Learned This Quarter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Building Scalable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Learned to design systems that</a:t>
            </a:r>
            <a:br/>
            <a:r>
              <a:t>serve multiple teams with one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4592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8288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2286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Working with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26517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Gained hands-on experience connecting</a:t>
            </a:r>
            <a:br/>
            <a:r>
              <a:t>AI to existing company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64592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8" y="18288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8" y="2286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Quality &amp;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26517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Deepened understanding of automated</a:t>
            </a:r>
            <a:br/>
            <a:r>
              <a:t>quality checks, testing, and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Problem-First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377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Focused on understanding real team</a:t>
            </a:r>
            <a:br/>
            <a:r>
              <a:t>pain points before building solutions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93192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41148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🗣️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4572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Cross-Team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9377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Improved ability to work with and</a:t>
            </a:r>
            <a:br/>
            <a:r>
              <a:t>present to different stakeholders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8" y="3931920"/>
            <a:ext cx="3474720" cy="192024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8" y="41148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8" y="4572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End-to-End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8" y="49377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0C0"/>
                </a:solidFill>
                <a:latin typeface="Calibri"/>
              </a:defRPr>
            </a:pPr>
            <a:r>
              <a:t>Took ownership from idea to delivery —</a:t>
            </a:r>
            <a:br/>
            <a:r>
              <a:t>planning, building, testing, presenting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EDDC6"/>
                </a:solidFill>
                <a:latin typeface="Calibri"/>
              </a:defRPr>
            </a:pPr>
            <a:r>
              <a:t>🔮  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Plans for Quarter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Expand to More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Extend the standardized process to support more project types beyond React.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FFFFFF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651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Scale for Larger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15468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Make the system handle higher workloads automatically during busy periods.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8288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6182D"/>
          </a:solidFill>
          <a:ln w="12700">
            <a:solidFill>
              <a:srgbClr val="25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8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8" y="26517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Add Security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315468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Include automatic safety and compliance checks in every project's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7C6A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C0"/>
                </a:solidFill>
                <a:latin typeface="Calibri"/>
              </a:defRPr>
            </a:pPr>
            <a:r>
              <a:t>Happy to answer any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07090"/>
                </a:solidFill>
                <a:latin typeface="Calibri"/>
              </a:defRPr>
            </a:pPr>
            <a:r>
              <a:t>Manprit Singh Panesar · Quarter 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